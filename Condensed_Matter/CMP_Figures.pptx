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3"/>
  </p:normalViewPr>
  <p:slideViewPr>
    <p:cSldViewPr snapToGrid="0" snapToObjects="1">
      <p:cViewPr>
        <p:scale>
          <a:sx n="128" d="100"/>
          <a:sy n="128" d="100"/>
        </p:scale>
        <p:origin x="-224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3B3DD-40FB-C74C-AA51-D5F9FC5ADA8E}" type="datetimeFigureOut">
              <a:rPr lang="en-CN" smtClean="0"/>
              <a:t>2021/7/22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606C-851B-924D-A6D3-467995EE2A9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9646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3B3DD-40FB-C74C-AA51-D5F9FC5ADA8E}" type="datetimeFigureOut">
              <a:rPr lang="en-CN" smtClean="0"/>
              <a:t>2021/7/22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606C-851B-924D-A6D3-467995EE2A9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20838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3B3DD-40FB-C74C-AA51-D5F9FC5ADA8E}" type="datetimeFigureOut">
              <a:rPr lang="en-CN" smtClean="0"/>
              <a:t>2021/7/22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606C-851B-924D-A6D3-467995EE2A9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9663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3B3DD-40FB-C74C-AA51-D5F9FC5ADA8E}" type="datetimeFigureOut">
              <a:rPr lang="en-CN" smtClean="0"/>
              <a:t>2021/7/22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606C-851B-924D-A6D3-467995EE2A9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95768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3B3DD-40FB-C74C-AA51-D5F9FC5ADA8E}" type="datetimeFigureOut">
              <a:rPr lang="en-CN" smtClean="0"/>
              <a:t>2021/7/22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606C-851B-924D-A6D3-467995EE2A9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62351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3B3DD-40FB-C74C-AA51-D5F9FC5ADA8E}" type="datetimeFigureOut">
              <a:rPr lang="en-CN" smtClean="0"/>
              <a:t>2021/7/22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606C-851B-924D-A6D3-467995EE2A9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41763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3B3DD-40FB-C74C-AA51-D5F9FC5ADA8E}" type="datetimeFigureOut">
              <a:rPr lang="en-CN" smtClean="0"/>
              <a:t>2021/7/22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606C-851B-924D-A6D3-467995EE2A9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74174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3B3DD-40FB-C74C-AA51-D5F9FC5ADA8E}" type="datetimeFigureOut">
              <a:rPr lang="en-CN" smtClean="0"/>
              <a:t>2021/7/22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606C-851B-924D-A6D3-467995EE2A9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13642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3B3DD-40FB-C74C-AA51-D5F9FC5ADA8E}" type="datetimeFigureOut">
              <a:rPr lang="en-CN" smtClean="0"/>
              <a:t>2021/7/22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606C-851B-924D-A6D3-467995EE2A9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47040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3B3DD-40FB-C74C-AA51-D5F9FC5ADA8E}" type="datetimeFigureOut">
              <a:rPr lang="en-CN" smtClean="0"/>
              <a:t>2021/7/22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606C-851B-924D-A6D3-467995EE2A9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71699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3B3DD-40FB-C74C-AA51-D5F9FC5ADA8E}" type="datetimeFigureOut">
              <a:rPr lang="en-CN" smtClean="0"/>
              <a:t>2021/7/22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606C-851B-924D-A6D3-467995EE2A9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69281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53B3DD-40FB-C74C-AA51-D5F9FC5ADA8E}" type="datetimeFigureOut">
              <a:rPr lang="en-CN" smtClean="0"/>
              <a:t>2021/7/22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E8606C-851B-924D-A6D3-467995EE2A9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2158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7025C16F-AEFC-CE41-BE0C-621234FDB042}"/>
              </a:ext>
            </a:extLst>
          </p:cNvPr>
          <p:cNvGrpSpPr/>
          <p:nvPr/>
        </p:nvGrpSpPr>
        <p:grpSpPr>
          <a:xfrm>
            <a:off x="1517685" y="902081"/>
            <a:ext cx="2514664" cy="2363955"/>
            <a:chOff x="1553966" y="1997777"/>
            <a:chExt cx="2514664" cy="236395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99F06D7-2D7C-4444-9E79-A8B92BFC646D}"/>
                </a:ext>
              </a:extLst>
            </p:cNvPr>
            <p:cNvCxnSpPr/>
            <p:nvPr/>
          </p:nvCxnSpPr>
          <p:spPr>
            <a:xfrm>
              <a:off x="2263697" y="3200400"/>
              <a:ext cx="1092820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B7DA1DE-023C-4E4E-825D-8C0ACFC159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03697" y="2394526"/>
              <a:ext cx="360000" cy="792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116E4AC-59FB-7143-B0CC-C63E6024BE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94670" y="3200400"/>
              <a:ext cx="360000" cy="792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8A34942-8627-3A45-9791-450D2C796A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56516" y="3200400"/>
              <a:ext cx="360000" cy="792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4132C4C-E924-7145-A604-D41A57AF0B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56516" y="2398549"/>
              <a:ext cx="360000" cy="792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riangle 18">
              <a:extLst>
                <a:ext uri="{FF2B5EF4-FFF2-40B4-BE49-F238E27FC236}">
                  <a16:creationId xmlns:a16="http://schemas.microsoft.com/office/drawing/2014/main" id="{EC097438-EE77-C641-ABB0-48D40013724D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2768817" y="3105286"/>
              <a:ext cx="108000" cy="188559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53BA3BC-23F6-8949-8873-D8D9A49D8DAD}"/>
                    </a:ext>
                  </a:extLst>
                </p:cNvPr>
                <p:cNvSpPr txBox="1"/>
                <p:nvPr/>
              </p:nvSpPr>
              <p:spPr>
                <a:xfrm>
                  <a:off x="1582292" y="1997777"/>
                  <a:ext cx="68140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53BA3BC-23F6-8949-8873-D8D9A49D8D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2292" y="1997777"/>
                  <a:ext cx="681405" cy="369332"/>
                </a:xfrm>
                <a:prstGeom prst="rect">
                  <a:avLst/>
                </a:prstGeom>
                <a:blipFill>
                  <a:blip r:embed="rId2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C274A3B-B750-FE4B-A59E-8158BBDF5BE1}"/>
                    </a:ext>
                  </a:extLst>
                </p:cNvPr>
                <p:cNvSpPr txBox="1"/>
                <p:nvPr/>
              </p:nvSpPr>
              <p:spPr>
                <a:xfrm>
                  <a:off x="3375813" y="1997777"/>
                  <a:ext cx="68505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C274A3B-B750-FE4B-A59E-8158BBDF5B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5813" y="1997777"/>
                  <a:ext cx="685059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849EAE2D-9EF3-0F4E-A1D5-9CAE8262A91B}"/>
                    </a:ext>
                  </a:extLst>
                </p:cNvPr>
                <p:cNvSpPr txBox="1"/>
                <p:nvPr/>
              </p:nvSpPr>
              <p:spPr>
                <a:xfrm>
                  <a:off x="1553966" y="3992400"/>
                  <a:ext cx="6672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849EAE2D-9EF3-0F4E-A1D5-9CAE8262A9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3966" y="3992400"/>
                  <a:ext cx="66729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FC84005-80FC-504C-9479-621E8496CBC7}"/>
                    </a:ext>
                  </a:extLst>
                </p:cNvPr>
                <p:cNvSpPr txBox="1"/>
                <p:nvPr/>
              </p:nvSpPr>
              <p:spPr>
                <a:xfrm>
                  <a:off x="3379467" y="3992400"/>
                  <a:ext cx="6891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FC84005-80FC-504C-9479-621E8496CB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9467" y="3992400"/>
                  <a:ext cx="68916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714ACB3-9AA4-F341-9A45-855DF6D3320A}"/>
                    </a:ext>
                  </a:extLst>
                </p:cNvPr>
                <p:cNvSpPr txBox="1"/>
                <p:nvPr/>
              </p:nvSpPr>
              <p:spPr>
                <a:xfrm>
                  <a:off x="1675846" y="2646402"/>
                  <a:ext cx="45570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714ACB3-9AA4-F341-9A45-855DF6D332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5846" y="2646402"/>
                  <a:ext cx="455701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7137240-5491-824F-AE64-6BFDC6A64A8A}"/>
                    </a:ext>
                  </a:extLst>
                </p:cNvPr>
                <p:cNvSpPr txBox="1"/>
                <p:nvPr/>
              </p:nvSpPr>
              <p:spPr>
                <a:xfrm>
                  <a:off x="3536516" y="2680934"/>
                  <a:ext cx="4610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7137240-5491-824F-AE64-6BFDC6A64A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6516" y="2680934"/>
                  <a:ext cx="461024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15641F0-87EE-2242-8298-3436EB0F980B}"/>
                    </a:ext>
                  </a:extLst>
                </p:cNvPr>
                <p:cNvSpPr txBox="1"/>
                <p:nvPr/>
              </p:nvSpPr>
              <p:spPr>
                <a:xfrm>
                  <a:off x="1675846" y="3319401"/>
                  <a:ext cx="4610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15641F0-87EE-2242-8298-3436EB0F98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5846" y="3319401"/>
                  <a:ext cx="461024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19BBB95-5E0A-1744-B47A-0AC9B03CA665}"/>
                    </a:ext>
                  </a:extLst>
                </p:cNvPr>
                <p:cNvSpPr txBox="1"/>
                <p:nvPr/>
              </p:nvSpPr>
              <p:spPr>
                <a:xfrm>
                  <a:off x="3536516" y="3319401"/>
                  <a:ext cx="45929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19BBB95-5E0A-1744-B47A-0AC9B03CA6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6516" y="3319401"/>
                  <a:ext cx="459292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4D7289D2-25F0-EB45-9DED-92FC1E271C20}"/>
                    </a:ext>
                  </a:extLst>
                </p:cNvPr>
                <p:cNvSpPr txBox="1"/>
                <p:nvPr/>
              </p:nvSpPr>
              <p:spPr>
                <a:xfrm>
                  <a:off x="2640427" y="2723068"/>
                  <a:ext cx="3647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4D7289D2-25F0-EB45-9DED-92FC1E271C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427" y="2723068"/>
                  <a:ext cx="364780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Triangle 28">
              <a:extLst>
                <a:ext uri="{FF2B5EF4-FFF2-40B4-BE49-F238E27FC236}">
                  <a16:creationId xmlns:a16="http://schemas.microsoft.com/office/drawing/2014/main" id="{024EEB77-2D4A-9C41-B353-F9407EA327C6}"/>
                </a:ext>
              </a:extLst>
            </p:cNvPr>
            <p:cNvSpPr>
              <a:spLocks noChangeAspect="1"/>
            </p:cNvSpPr>
            <p:nvPr/>
          </p:nvSpPr>
          <p:spPr>
            <a:xfrm rot="1530331">
              <a:off x="1996890" y="3547164"/>
              <a:ext cx="108000" cy="188559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1" name="Triangle 30">
              <a:extLst>
                <a:ext uri="{FF2B5EF4-FFF2-40B4-BE49-F238E27FC236}">
                  <a16:creationId xmlns:a16="http://schemas.microsoft.com/office/drawing/2014/main" id="{8230C0F8-112F-8B42-809C-AFB2AB16BBD2}"/>
                </a:ext>
              </a:extLst>
            </p:cNvPr>
            <p:cNvSpPr>
              <a:spLocks noChangeAspect="1"/>
            </p:cNvSpPr>
            <p:nvPr/>
          </p:nvSpPr>
          <p:spPr>
            <a:xfrm rot="1530331">
              <a:off x="3469325" y="2721453"/>
              <a:ext cx="108000" cy="188559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2" name="Triangle 31">
              <a:extLst>
                <a:ext uri="{FF2B5EF4-FFF2-40B4-BE49-F238E27FC236}">
                  <a16:creationId xmlns:a16="http://schemas.microsoft.com/office/drawing/2014/main" id="{DA9D8FFB-0A4E-4B40-8C6D-5BC9448CE449}"/>
                </a:ext>
              </a:extLst>
            </p:cNvPr>
            <p:cNvSpPr>
              <a:spLocks noChangeAspect="1"/>
            </p:cNvSpPr>
            <p:nvPr/>
          </p:nvSpPr>
          <p:spPr>
            <a:xfrm rot="19967865">
              <a:off x="3504875" y="3551180"/>
              <a:ext cx="108000" cy="188559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3" name="Triangle 32">
              <a:extLst>
                <a:ext uri="{FF2B5EF4-FFF2-40B4-BE49-F238E27FC236}">
                  <a16:creationId xmlns:a16="http://schemas.microsoft.com/office/drawing/2014/main" id="{DC8EEDED-CCD5-CD4E-BB0A-3739F65FF06E}"/>
                </a:ext>
              </a:extLst>
            </p:cNvPr>
            <p:cNvSpPr>
              <a:spLocks noChangeAspect="1"/>
            </p:cNvSpPr>
            <p:nvPr/>
          </p:nvSpPr>
          <p:spPr>
            <a:xfrm rot="19967865">
              <a:off x="2060850" y="2767740"/>
              <a:ext cx="108000" cy="188559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3237095-591D-394B-AF96-095620580BB1}"/>
              </a:ext>
            </a:extLst>
          </p:cNvPr>
          <p:cNvGrpSpPr/>
          <p:nvPr/>
        </p:nvGrpSpPr>
        <p:grpSpPr>
          <a:xfrm>
            <a:off x="1346814" y="3585193"/>
            <a:ext cx="2514664" cy="2363955"/>
            <a:chOff x="1553966" y="1997777"/>
            <a:chExt cx="2514664" cy="2363955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AEEEECF-F6C8-8D40-BA15-3C573EDC8067}"/>
                </a:ext>
              </a:extLst>
            </p:cNvPr>
            <p:cNvCxnSpPr/>
            <p:nvPr/>
          </p:nvCxnSpPr>
          <p:spPr>
            <a:xfrm>
              <a:off x="2263697" y="3200400"/>
              <a:ext cx="1092820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6ABD404-F0DD-0F40-8DC9-2E2E92CA06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03697" y="2394526"/>
              <a:ext cx="360000" cy="792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0C091557-7BF1-CC45-A152-38791E07DA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94670" y="3200400"/>
              <a:ext cx="360000" cy="792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7F23685-0B1A-1940-91BA-A86C2A3C5F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56516" y="3200400"/>
              <a:ext cx="360000" cy="792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49A3580E-16C2-C54F-A3BC-C42A51FA65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56516" y="2398549"/>
              <a:ext cx="360000" cy="792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EC3F25D4-08A1-0E47-992B-2EB14B604BF9}"/>
                    </a:ext>
                  </a:extLst>
                </p:cNvPr>
                <p:cNvSpPr txBox="1"/>
                <p:nvPr/>
              </p:nvSpPr>
              <p:spPr>
                <a:xfrm>
                  <a:off x="1582292" y="1997777"/>
                  <a:ext cx="68140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53BA3BC-23F6-8949-8873-D8D9A49D8D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2292" y="1997777"/>
                  <a:ext cx="681405" cy="369332"/>
                </a:xfrm>
                <a:prstGeom prst="rect">
                  <a:avLst/>
                </a:prstGeom>
                <a:blipFill>
                  <a:blip r:embed="rId2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7E6C1942-0F6C-124D-B70E-1A22C1FC6723}"/>
                    </a:ext>
                  </a:extLst>
                </p:cNvPr>
                <p:cNvSpPr txBox="1"/>
                <p:nvPr/>
              </p:nvSpPr>
              <p:spPr>
                <a:xfrm>
                  <a:off x="3375813" y="1997777"/>
                  <a:ext cx="68505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C274A3B-B750-FE4B-A59E-8158BBDF5B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5813" y="1997777"/>
                  <a:ext cx="685059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6EA0DF41-A285-9A4F-93CE-DB0BE7CEEF03}"/>
                    </a:ext>
                  </a:extLst>
                </p:cNvPr>
                <p:cNvSpPr txBox="1"/>
                <p:nvPr/>
              </p:nvSpPr>
              <p:spPr>
                <a:xfrm>
                  <a:off x="1553966" y="3992400"/>
                  <a:ext cx="6672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849EAE2D-9EF3-0F4E-A1D5-9CAE8262A9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3966" y="3992400"/>
                  <a:ext cx="66729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34DA3A8-F757-1D41-A8CD-7E5D2405DB40}"/>
                    </a:ext>
                  </a:extLst>
                </p:cNvPr>
                <p:cNvSpPr txBox="1"/>
                <p:nvPr/>
              </p:nvSpPr>
              <p:spPr>
                <a:xfrm>
                  <a:off x="3379467" y="3992400"/>
                  <a:ext cx="6891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FC84005-80FC-504C-9479-621E8496CB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9467" y="3992400"/>
                  <a:ext cx="68916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7E7AF5CE-9C3F-B040-B01D-6F75EBAE47EB}"/>
                    </a:ext>
                  </a:extLst>
                </p:cNvPr>
                <p:cNvSpPr txBox="1"/>
                <p:nvPr/>
              </p:nvSpPr>
              <p:spPr>
                <a:xfrm>
                  <a:off x="1675846" y="2646402"/>
                  <a:ext cx="46666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7E7AF5CE-9C3F-B040-B01D-6F75EBAE47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5846" y="2646402"/>
                  <a:ext cx="466666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F557E8E5-5176-F640-95A3-47FA92D01F4F}"/>
                    </a:ext>
                  </a:extLst>
                </p:cNvPr>
                <p:cNvSpPr txBox="1"/>
                <p:nvPr/>
              </p:nvSpPr>
              <p:spPr>
                <a:xfrm>
                  <a:off x="3536516" y="2680934"/>
                  <a:ext cx="4719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F557E8E5-5176-F640-95A3-47FA92D01F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6516" y="2680934"/>
                  <a:ext cx="471989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D0B789FC-02B8-5C4E-95C5-2DDC1B461A81}"/>
                    </a:ext>
                  </a:extLst>
                </p:cNvPr>
                <p:cNvSpPr txBox="1"/>
                <p:nvPr/>
              </p:nvSpPr>
              <p:spPr>
                <a:xfrm>
                  <a:off x="1675846" y="3319401"/>
                  <a:ext cx="4719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D0B789FC-02B8-5C4E-95C5-2DDC1B461A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5846" y="3319401"/>
                  <a:ext cx="471989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9F4B2E00-E0BC-5143-8B24-75EE4D4626C5}"/>
                    </a:ext>
                  </a:extLst>
                </p:cNvPr>
                <p:cNvSpPr txBox="1"/>
                <p:nvPr/>
              </p:nvSpPr>
              <p:spPr>
                <a:xfrm>
                  <a:off x="3536516" y="3319401"/>
                  <a:ext cx="4719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9F4B2E00-E0BC-5143-8B24-75EE4D462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6516" y="3319401"/>
                  <a:ext cx="471989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Triangle 49">
              <a:extLst>
                <a:ext uri="{FF2B5EF4-FFF2-40B4-BE49-F238E27FC236}">
                  <a16:creationId xmlns:a16="http://schemas.microsoft.com/office/drawing/2014/main" id="{1CBF6A85-BC72-4F47-917C-7C97A8D5AF1E}"/>
                </a:ext>
              </a:extLst>
            </p:cNvPr>
            <p:cNvSpPr>
              <a:spLocks noChangeAspect="1"/>
            </p:cNvSpPr>
            <p:nvPr/>
          </p:nvSpPr>
          <p:spPr>
            <a:xfrm rot="1530331">
              <a:off x="1996890" y="3547164"/>
              <a:ext cx="108000" cy="188559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1" name="Triangle 50">
              <a:extLst>
                <a:ext uri="{FF2B5EF4-FFF2-40B4-BE49-F238E27FC236}">
                  <a16:creationId xmlns:a16="http://schemas.microsoft.com/office/drawing/2014/main" id="{F8E8B78D-1C2C-F84A-A61A-AE8B99E9B256}"/>
                </a:ext>
              </a:extLst>
            </p:cNvPr>
            <p:cNvSpPr>
              <a:spLocks noChangeAspect="1"/>
            </p:cNvSpPr>
            <p:nvPr/>
          </p:nvSpPr>
          <p:spPr>
            <a:xfrm rot="1530331">
              <a:off x="3480476" y="2721453"/>
              <a:ext cx="108000" cy="188559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2" name="Triangle 51">
              <a:extLst>
                <a:ext uri="{FF2B5EF4-FFF2-40B4-BE49-F238E27FC236}">
                  <a16:creationId xmlns:a16="http://schemas.microsoft.com/office/drawing/2014/main" id="{C93FBDD0-5A10-5543-A5CE-4C4D0E86E2A9}"/>
                </a:ext>
              </a:extLst>
            </p:cNvPr>
            <p:cNvSpPr>
              <a:spLocks noChangeAspect="1"/>
            </p:cNvSpPr>
            <p:nvPr/>
          </p:nvSpPr>
          <p:spPr>
            <a:xfrm rot="19967865">
              <a:off x="3504875" y="3551180"/>
              <a:ext cx="108000" cy="188559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3" name="Triangle 52">
              <a:extLst>
                <a:ext uri="{FF2B5EF4-FFF2-40B4-BE49-F238E27FC236}">
                  <a16:creationId xmlns:a16="http://schemas.microsoft.com/office/drawing/2014/main" id="{424F25AF-D253-BB44-B91B-B404ED8DB53F}"/>
                </a:ext>
              </a:extLst>
            </p:cNvPr>
            <p:cNvSpPr>
              <a:spLocks noChangeAspect="1"/>
            </p:cNvSpPr>
            <p:nvPr/>
          </p:nvSpPr>
          <p:spPr>
            <a:xfrm rot="19967865">
              <a:off x="2060850" y="2767740"/>
              <a:ext cx="108000" cy="188559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C34A15A-3C74-8849-ACA4-F221E695456E}"/>
              </a:ext>
            </a:extLst>
          </p:cNvPr>
          <p:cNvCxnSpPr/>
          <p:nvPr/>
        </p:nvCxnSpPr>
        <p:spPr>
          <a:xfrm flipV="1">
            <a:off x="5475249" y="2829494"/>
            <a:ext cx="0" cy="1152448"/>
          </a:xfrm>
          <a:prstGeom prst="straightConnector1">
            <a:avLst/>
          </a:prstGeom>
          <a:ln w="57150" cmpd="dbl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EEF985-FE27-A944-9596-FF4CD0898911}"/>
                  </a:ext>
                </a:extLst>
              </p:cNvPr>
              <p:cNvSpPr txBox="1"/>
              <p:nvPr/>
            </p:nvSpPr>
            <p:spPr>
              <a:xfrm>
                <a:off x="5819605" y="3215861"/>
                <a:ext cx="4058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EEF985-FE27-A944-9596-FF4CD0898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9605" y="3215861"/>
                <a:ext cx="40588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B9020AD-4849-424E-8A81-2C1FFA0120C6}"/>
                  </a:ext>
                </a:extLst>
              </p:cNvPr>
              <p:cNvSpPr txBox="1"/>
              <p:nvPr/>
            </p:nvSpPr>
            <p:spPr>
              <a:xfrm>
                <a:off x="4937860" y="3244334"/>
                <a:ext cx="3860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B9020AD-4849-424E-8A81-2C1FFA012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860" y="3244334"/>
                <a:ext cx="386067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3A04674-AEAA-A040-8431-5BD32801E5DD}"/>
                  </a:ext>
                </a:extLst>
              </p:cNvPr>
              <p:cNvSpPr txBox="1"/>
              <p:nvPr/>
            </p:nvSpPr>
            <p:spPr>
              <a:xfrm>
                <a:off x="5323927" y="2457595"/>
                <a:ext cx="3776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3A04674-AEAA-A040-8431-5BD32801E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3927" y="2457595"/>
                <a:ext cx="377604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D410023-09A6-9248-A0BE-16550DC31C52}"/>
                  </a:ext>
                </a:extLst>
              </p:cNvPr>
              <p:cNvSpPr txBox="1"/>
              <p:nvPr/>
            </p:nvSpPr>
            <p:spPr>
              <a:xfrm>
                <a:off x="5322325" y="3957964"/>
                <a:ext cx="3792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D410023-09A6-9248-A0BE-16550DC31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325" y="3957964"/>
                <a:ext cx="379206" cy="369332"/>
              </a:xfrm>
              <a:prstGeom prst="rect">
                <a:avLst/>
              </a:prstGeom>
              <a:blipFill>
                <a:blip r:embed="rId18"/>
                <a:stretch>
                  <a:fillRect l="-6667" b="-1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riangle 56">
            <a:extLst>
              <a:ext uri="{FF2B5EF4-FFF2-40B4-BE49-F238E27FC236}">
                <a16:creationId xmlns:a16="http://schemas.microsoft.com/office/drawing/2014/main" id="{A92931F0-386C-064B-8BB0-9762B3063598}"/>
              </a:ext>
            </a:extLst>
          </p:cNvPr>
          <p:cNvSpPr>
            <a:spLocks noChangeAspect="1"/>
          </p:cNvSpPr>
          <p:nvPr/>
        </p:nvSpPr>
        <p:spPr>
          <a:xfrm>
            <a:off x="5423646" y="3306247"/>
            <a:ext cx="108000" cy="188559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82F5A0A-E905-ED40-B6CF-F898E024111C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6569840" y="2593037"/>
            <a:ext cx="0" cy="607193"/>
          </a:xfrm>
          <a:prstGeom prst="straightConnector1">
            <a:avLst/>
          </a:prstGeom>
          <a:ln w="28575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0017F12-2D92-7C4C-BEFC-2AFC628AD030}"/>
                  </a:ext>
                </a:extLst>
              </p:cNvPr>
              <p:cNvSpPr/>
              <p:nvPr/>
            </p:nvSpPr>
            <p:spPr>
              <a:xfrm>
                <a:off x="6363122" y="3200230"/>
                <a:ext cx="413436" cy="413436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0017F12-2D92-7C4C-BEFC-2AFC628AD0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3122" y="3200230"/>
                <a:ext cx="413436" cy="413436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672589E-E1E3-5245-85EC-5E6CD95D88B5}"/>
              </a:ext>
            </a:extLst>
          </p:cNvPr>
          <p:cNvCxnSpPr>
            <a:cxnSpLocks/>
            <a:endCxn id="9" idx="4"/>
          </p:cNvCxnSpPr>
          <p:nvPr/>
        </p:nvCxnSpPr>
        <p:spPr>
          <a:xfrm flipV="1">
            <a:off x="6569840" y="3613666"/>
            <a:ext cx="0" cy="607193"/>
          </a:xfrm>
          <a:prstGeom prst="straightConnector1">
            <a:avLst/>
          </a:prstGeom>
          <a:ln w="28575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1F55D630-55F7-524E-A0B8-5C1E8C8FC809}"/>
                  </a:ext>
                </a:extLst>
              </p:cNvPr>
              <p:cNvSpPr txBox="1"/>
              <p:nvPr/>
            </p:nvSpPr>
            <p:spPr>
              <a:xfrm>
                <a:off x="6398954" y="2223413"/>
                <a:ext cx="3776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1F55D630-55F7-524E-A0B8-5C1E8C8FC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8954" y="2223413"/>
                <a:ext cx="377604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8429E7B-745B-AA4F-9B90-2151F4FB341B}"/>
                  </a:ext>
                </a:extLst>
              </p:cNvPr>
              <p:cNvSpPr txBox="1"/>
              <p:nvPr/>
            </p:nvSpPr>
            <p:spPr>
              <a:xfrm>
                <a:off x="6397352" y="4218482"/>
                <a:ext cx="3792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8429E7B-745B-AA4F-9B90-2151F4FB3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352" y="4218482"/>
                <a:ext cx="379206" cy="369332"/>
              </a:xfrm>
              <a:prstGeom prst="rect">
                <a:avLst/>
              </a:prstGeom>
              <a:blipFill>
                <a:blip r:embed="rId21"/>
                <a:stretch>
                  <a:fillRect l="-3226" b="-1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463C84D-B86B-A44D-9512-C69214C77D41}"/>
                  </a:ext>
                </a:extLst>
              </p:cNvPr>
              <p:cNvSpPr txBox="1"/>
              <p:nvPr/>
            </p:nvSpPr>
            <p:spPr>
              <a:xfrm>
                <a:off x="6634243" y="2875002"/>
                <a:ext cx="3608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463C84D-B86B-A44D-9512-C69214C77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4243" y="2875002"/>
                <a:ext cx="360804" cy="369332"/>
              </a:xfrm>
              <a:prstGeom prst="rect">
                <a:avLst/>
              </a:prstGeom>
              <a:blipFill>
                <a:blip r:embed="rId2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71714E83-87BA-2343-B204-43711201FE1B}"/>
                  </a:ext>
                </a:extLst>
              </p:cNvPr>
              <p:cNvSpPr txBox="1"/>
              <p:nvPr/>
            </p:nvSpPr>
            <p:spPr>
              <a:xfrm>
                <a:off x="6606596" y="3479818"/>
                <a:ext cx="3474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71714E83-87BA-2343-B204-43711201F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6596" y="3479818"/>
                <a:ext cx="347467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riangle 63">
            <a:extLst>
              <a:ext uri="{FF2B5EF4-FFF2-40B4-BE49-F238E27FC236}">
                <a16:creationId xmlns:a16="http://schemas.microsoft.com/office/drawing/2014/main" id="{75E9043B-A97D-884F-A1F8-2305ACC48E96}"/>
              </a:ext>
            </a:extLst>
          </p:cNvPr>
          <p:cNvSpPr>
            <a:spLocks noChangeAspect="1"/>
          </p:cNvSpPr>
          <p:nvPr/>
        </p:nvSpPr>
        <p:spPr>
          <a:xfrm>
            <a:off x="6523051" y="3793383"/>
            <a:ext cx="108000" cy="188559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5" name="Triangle 64">
            <a:extLst>
              <a:ext uri="{FF2B5EF4-FFF2-40B4-BE49-F238E27FC236}">
                <a16:creationId xmlns:a16="http://schemas.microsoft.com/office/drawing/2014/main" id="{AD46F92C-F740-FF4B-9577-4C60DF99A892}"/>
              </a:ext>
            </a:extLst>
          </p:cNvPr>
          <p:cNvSpPr>
            <a:spLocks noChangeAspect="1"/>
          </p:cNvSpPr>
          <p:nvPr/>
        </p:nvSpPr>
        <p:spPr>
          <a:xfrm>
            <a:off x="6512029" y="2834425"/>
            <a:ext cx="108000" cy="188559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21D356E-9F34-EC46-9DBD-A6491D3DCEBD}"/>
                  </a:ext>
                </a:extLst>
              </p:cNvPr>
              <p:cNvSpPr txBox="1"/>
              <p:nvPr/>
            </p:nvSpPr>
            <p:spPr>
              <a:xfrm>
                <a:off x="6170088" y="3731408"/>
                <a:ext cx="3860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21D356E-9F34-EC46-9DBD-A6491D3DC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088" y="3731408"/>
                <a:ext cx="386067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3A45F03-4F32-AB41-9C46-34FBA183F79C}"/>
                  </a:ext>
                </a:extLst>
              </p:cNvPr>
              <p:cNvSpPr txBox="1"/>
              <p:nvPr/>
            </p:nvSpPr>
            <p:spPr>
              <a:xfrm>
                <a:off x="6165340" y="2757260"/>
                <a:ext cx="3860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3A45F03-4F32-AB41-9C46-34FBA183F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340" y="2757260"/>
                <a:ext cx="386067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7455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7A4D4D4-C078-A348-89B4-1285A3CCCEB0}"/>
              </a:ext>
            </a:extLst>
          </p:cNvPr>
          <p:cNvCxnSpPr/>
          <p:nvPr/>
        </p:nvCxnSpPr>
        <p:spPr>
          <a:xfrm>
            <a:off x="3314931" y="1285447"/>
            <a:ext cx="4320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C1548BD-C6F3-A741-A514-44DF0902C5EC}"/>
              </a:ext>
            </a:extLst>
          </p:cNvPr>
          <p:cNvSpPr txBox="1"/>
          <p:nvPr/>
        </p:nvSpPr>
        <p:spPr>
          <a:xfrm>
            <a:off x="1270660" y="1116281"/>
            <a:ext cx="1231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Spin Chain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9B9C96-5032-E949-82C0-E220A2F23C96}"/>
              </a:ext>
            </a:extLst>
          </p:cNvPr>
          <p:cNvSpPr txBox="1"/>
          <p:nvPr/>
        </p:nvSpPr>
        <p:spPr>
          <a:xfrm>
            <a:off x="873114" y="1903308"/>
            <a:ext cx="2026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Majorana Fermions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E6C245-31C3-0B49-8AE5-52806DF9FA6C}"/>
              </a:ext>
            </a:extLst>
          </p:cNvPr>
          <p:cNvSpPr txBox="1"/>
          <p:nvPr/>
        </p:nvSpPr>
        <p:spPr>
          <a:xfrm>
            <a:off x="1030208" y="2690335"/>
            <a:ext cx="1712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Kramers Duality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989D1B5-87E9-FD4A-B7F8-D75681D139AE}"/>
              </a:ext>
            </a:extLst>
          </p:cNvPr>
          <p:cNvGrpSpPr/>
          <p:nvPr/>
        </p:nvGrpSpPr>
        <p:grpSpPr>
          <a:xfrm>
            <a:off x="3548160" y="1053613"/>
            <a:ext cx="3813754" cy="432000"/>
            <a:chOff x="3548160" y="1053613"/>
            <a:chExt cx="3813754" cy="43200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D1EBA5E-5B66-9346-842D-1FC1FD666448}"/>
                </a:ext>
              </a:extLst>
            </p:cNvPr>
            <p:cNvGrpSpPr/>
            <p:nvPr/>
          </p:nvGrpSpPr>
          <p:grpSpPr>
            <a:xfrm>
              <a:off x="3548160" y="1053613"/>
              <a:ext cx="213756" cy="432000"/>
              <a:chOff x="3253839" y="1175655"/>
              <a:chExt cx="213756" cy="432000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F43DE9E-C012-254B-8792-1837076F552F}"/>
                  </a:ext>
                </a:extLst>
              </p:cNvPr>
              <p:cNvSpPr/>
              <p:nvPr/>
            </p:nvSpPr>
            <p:spPr>
              <a:xfrm>
                <a:off x="3253839" y="1300947"/>
                <a:ext cx="213756" cy="213756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FB57FE8D-8D36-C54D-A84B-4049107A17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60717" y="1175655"/>
                <a:ext cx="0" cy="4320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48B730F-0E1D-D241-ACB7-850671C0E8D9}"/>
                </a:ext>
              </a:extLst>
            </p:cNvPr>
            <p:cNvGrpSpPr/>
            <p:nvPr/>
          </p:nvGrpSpPr>
          <p:grpSpPr>
            <a:xfrm>
              <a:off x="4988160" y="1053613"/>
              <a:ext cx="213756" cy="432000"/>
              <a:chOff x="3253839" y="1175655"/>
              <a:chExt cx="213756" cy="432000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C11449FF-8B6D-B240-9655-7B8F7761A9ED}"/>
                  </a:ext>
                </a:extLst>
              </p:cNvPr>
              <p:cNvSpPr/>
              <p:nvPr/>
            </p:nvSpPr>
            <p:spPr>
              <a:xfrm>
                <a:off x="3253839" y="1300947"/>
                <a:ext cx="213756" cy="213756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94D9B665-1824-8543-A152-21983BE4ED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60717" y="1175655"/>
                <a:ext cx="0" cy="4320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14497EE-EB58-834B-BE1A-81A413528594}"/>
                </a:ext>
              </a:extLst>
            </p:cNvPr>
            <p:cNvGrpSpPr/>
            <p:nvPr/>
          </p:nvGrpSpPr>
          <p:grpSpPr>
            <a:xfrm>
              <a:off x="4268160" y="1053613"/>
              <a:ext cx="213756" cy="432000"/>
              <a:chOff x="3253839" y="1175655"/>
              <a:chExt cx="213756" cy="432000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841FEA4-18F4-E84B-B178-1834D9D6A32D}"/>
                  </a:ext>
                </a:extLst>
              </p:cNvPr>
              <p:cNvSpPr/>
              <p:nvPr/>
            </p:nvSpPr>
            <p:spPr>
              <a:xfrm>
                <a:off x="3253839" y="1300947"/>
                <a:ext cx="213756" cy="213756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B459290F-9B76-A540-A1F3-6DC120A1DD4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60717" y="1175655"/>
                <a:ext cx="0" cy="4320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84654C0-B80E-774E-B116-19864BB089C8}"/>
                </a:ext>
              </a:extLst>
            </p:cNvPr>
            <p:cNvGrpSpPr/>
            <p:nvPr/>
          </p:nvGrpSpPr>
          <p:grpSpPr>
            <a:xfrm>
              <a:off x="5708160" y="1053613"/>
              <a:ext cx="213756" cy="432000"/>
              <a:chOff x="3253839" y="1175655"/>
              <a:chExt cx="213756" cy="432000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F8A09601-9205-B04D-8DA6-3D997C3E514C}"/>
                  </a:ext>
                </a:extLst>
              </p:cNvPr>
              <p:cNvSpPr/>
              <p:nvPr/>
            </p:nvSpPr>
            <p:spPr>
              <a:xfrm>
                <a:off x="3253839" y="1300947"/>
                <a:ext cx="213756" cy="213756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F8165184-3AE0-A54C-A69B-339AC731AF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60717" y="1175655"/>
                <a:ext cx="0" cy="4320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C7BEC4B-B983-2F43-9AC2-D77A2478615E}"/>
                </a:ext>
              </a:extLst>
            </p:cNvPr>
            <p:cNvGrpSpPr/>
            <p:nvPr/>
          </p:nvGrpSpPr>
          <p:grpSpPr>
            <a:xfrm>
              <a:off x="6428159" y="1053613"/>
              <a:ext cx="213756" cy="432000"/>
              <a:chOff x="3253839" y="1175655"/>
              <a:chExt cx="213756" cy="432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0C5B306-4E3E-614E-B90E-DD77EAB9DFE5}"/>
                  </a:ext>
                </a:extLst>
              </p:cNvPr>
              <p:cNvSpPr/>
              <p:nvPr/>
            </p:nvSpPr>
            <p:spPr>
              <a:xfrm>
                <a:off x="3253839" y="1300947"/>
                <a:ext cx="213756" cy="213756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67BD59E6-9C2F-074D-B533-16E6088B549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60717" y="1175655"/>
                <a:ext cx="0" cy="4320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72D444B-9EE6-E548-8958-6550E8EE38AD}"/>
                </a:ext>
              </a:extLst>
            </p:cNvPr>
            <p:cNvGrpSpPr/>
            <p:nvPr/>
          </p:nvGrpSpPr>
          <p:grpSpPr>
            <a:xfrm>
              <a:off x="7148158" y="1053613"/>
              <a:ext cx="213756" cy="432000"/>
              <a:chOff x="3253839" y="1175655"/>
              <a:chExt cx="213756" cy="43200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AC7EEF6-9CAF-614A-ACB2-031E25782DA7}"/>
                  </a:ext>
                </a:extLst>
              </p:cNvPr>
              <p:cNvSpPr/>
              <p:nvPr/>
            </p:nvSpPr>
            <p:spPr>
              <a:xfrm>
                <a:off x="3253839" y="1300947"/>
                <a:ext cx="213756" cy="213756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891683C8-F202-1D41-8F8F-1AF9E0DFC7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60717" y="1175655"/>
                <a:ext cx="0" cy="4320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4C1C3FED-3455-A143-B942-F793213A2F07}"/>
              </a:ext>
            </a:extLst>
          </p:cNvPr>
          <p:cNvSpPr txBox="1"/>
          <p:nvPr/>
        </p:nvSpPr>
        <p:spPr>
          <a:xfrm>
            <a:off x="1131197" y="3477362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Domain Walls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F4F0754-4BA5-3244-8797-742E941CB751}"/>
              </a:ext>
            </a:extLst>
          </p:cNvPr>
          <p:cNvCxnSpPr/>
          <p:nvPr/>
        </p:nvCxnSpPr>
        <p:spPr>
          <a:xfrm>
            <a:off x="3302010" y="3660834"/>
            <a:ext cx="4320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51BC0FE-A6FE-3F4E-B1E4-F0CE181D882E}"/>
              </a:ext>
            </a:extLst>
          </p:cNvPr>
          <p:cNvGrpSpPr/>
          <p:nvPr/>
        </p:nvGrpSpPr>
        <p:grpSpPr>
          <a:xfrm>
            <a:off x="3535239" y="3429000"/>
            <a:ext cx="3813754" cy="432000"/>
            <a:chOff x="3548160" y="1053613"/>
            <a:chExt cx="3813754" cy="432000"/>
          </a:xfrm>
          <a:solidFill>
            <a:schemeClr val="accent4">
              <a:alpha val="20000"/>
            </a:schemeClr>
          </a:solidFill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9C1F7AA-FABB-EB4E-B517-923117A42C51}"/>
                </a:ext>
              </a:extLst>
            </p:cNvPr>
            <p:cNvGrpSpPr/>
            <p:nvPr/>
          </p:nvGrpSpPr>
          <p:grpSpPr>
            <a:xfrm>
              <a:off x="3548160" y="1053613"/>
              <a:ext cx="213756" cy="432000"/>
              <a:chOff x="3253839" y="1175655"/>
              <a:chExt cx="213756" cy="432000"/>
            </a:xfrm>
            <a:grpFill/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795E7F5-476F-814E-BBD9-E2A5DBE1AA77}"/>
                  </a:ext>
                </a:extLst>
              </p:cNvPr>
              <p:cNvSpPr/>
              <p:nvPr/>
            </p:nvSpPr>
            <p:spPr>
              <a:xfrm>
                <a:off x="3253839" y="1300947"/>
                <a:ext cx="213756" cy="213756"/>
              </a:xfrm>
              <a:prstGeom prst="ellipse">
                <a:avLst/>
              </a:prstGeom>
              <a:grpFill/>
              <a:ln>
                <a:solidFill>
                  <a:schemeClr val="tx1">
                    <a:alpha val="20000"/>
                  </a:schemeClr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861EE64A-0A6A-7540-B429-0DEFED3E34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60717" y="1175655"/>
                <a:ext cx="0" cy="432000"/>
              </a:xfrm>
              <a:prstGeom prst="straightConnector1">
                <a:avLst/>
              </a:prstGeom>
              <a:grpFill/>
              <a:ln w="28575">
                <a:solidFill>
                  <a:schemeClr val="tx1">
                    <a:alpha val="2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25AC4B7-5333-1A4A-A3DD-B8A23AC11159}"/>
                </a:ext>
              </a:extLst>
            </p:cNvPr>
            <p:cNvGrpSpPr/>
            <p:nvPr/>
          </p:nvGrpSpPr>
          <p:grpSpPr>
            <a:xfrm>
              <a:off x="4988160" y="1053613"/>
              <a:ext cx="213756" cy="432000"/>
              <a:chOff x="3253839" y="1175655"/>
              <a:chExt cx="213756" cy="432000"/>
            </a:xfrm>
            <a:grpFill/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21791F6E-7427-3545-AAA8-CD99F558AEAF}"/>
                  </a:ext>
                </a:extLst>
              </p:cNvPr>
              <p:cNvSpPr/>
              <p:nvPr/>
            </p:nvSpPr>
            <p:spPr>
              <a:xfrm>
                <a:off x="3253839" y="1300947"/>
                <a:ext cx="213756" cy="213756"/>
              </a:xfrm>
              <a:prstGeom prst="ellipse">
                <a:avLst/>
              </a:prstGeom>
              <a:grpFill/>
              <a:ln>
                <a:solidFill>
                  <a:schemeClr val="tx1">
                    <a:alpha val="20000"/>
                  </a:schemeClr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50F79C6C-5061-2041-955A-A40F52941A7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60717" y="1175655"/>
                <a:ext cx="0" cy="432000"/>
              </a:xfrm>
              <a:prstGeom prst="straightConnector1">
                <a:avLst/>
              </a:prstGeom>
              <a:grpFill/>
              <a:ln w="28575">
                <a:solidFill>
                  <a:schemeClr val="tx1">
                    <a:alpha val="20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B519824-EF7C-E844-803C-A1C16678FF99}"/>
                </a:ext>
              </a:extLst>
            </p:cNvPr>
            <p:cNvGrpSpPr/>
            <p:nvPr/>
          </p:nvGrpSpPr>
          <p:grpSpPr>
            <a:xfrm>
              <a:off x="4268160" y="1053613"/>
              <a:ext cx="213756" cy="432000"/>
              <a:chOff x="3253839" y="1175655"/>
              <a:chExt cx="213756" cy="432000"/>
            </a:xfrm>
            <a:grpFill/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238D59DA-6BC3-DF4D-AA2D-E1D9249A0994}"/>
                  </a:ext>
                </a:extLst>
              </p:cNvPr>
              <p:cNvSpPr/>
              <p:nvPr/>
            </p:nvSpPr>
            <p:spPr>
              <a:xfrm>
                <a:off x="3253839" y="1300947"/>
                <a:ext cx="213756" cy="213756"/>
              </a:xfrm>
              <a:prstGeom prst="ellipse">
                <a:avLst/>
              </a:prstGeom>
              <a:grpFill/>
              <a:ln>
                <a:solidFill>
                  <a:schemeClr val="tx1">
                    <a:alpha val="20000"/>
                  </a:schemeClr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510D1A8D-A035-4645-AF64-7E29DFF04F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60717" y="1175655"/>
                <a:ext cx="0" cy="432000"/>
              </a:xfrm>
              <a:prstGeom prst="straightConnector1">
                <a:avLst/>
              </a:prstGeom>
              <a:grpFill/>
              <a:ln w="28575">
                <a:solidFill>
                  <a:schemeClr val="tx1">
                    <a:alpha val="2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A8E883C2-3119-C441-9419-86762F6E8D30}"/>
                </a:ext>
              </a:extLst>
            </p:cNvPr>
            <p:cNvGrpSpPr/>
            <p:nvPr/>
          </p:nvGrpSpPr>
          <p:grpSpPr>
            <a:xfrm>
              <a:off x="5708160" y="1053613"/>
              <a:ext cx="213756" cy="432000"/>
              <a:chOff x="3253839" y="1175655"/>
              <a:chExt cx="213756" cy="432000"/>
            </a:xfrm>
            <a:grpFill/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5D82AD0E-FF36-3C43-8AEB-C5024E4A1F93}"/>
                  </a:ext>
                </a:extLst>
              </p:cNvPr>
              <p:cNvSpPr/>
              <p:nvPr/>
            </p:nvSpPr>
            <p:spPr>
              <a:xfrm>
                <a:off x="3253839" y="1300947"/>
                <a:ext cx="213756" cy="213756"/>
              </a:xfrm>
              <a:prstGeom prst="ellipse">
                <a:avLst/>
              </a:prstGeom>
              <a:grpFill/>
              <a:ln>
                <a:solidFill>
                  <a:schemeClr val="tx1">
                    <a:alpha val="20000"/>
                  </a:schemeClr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FC2D482C-8315-F54E-AEA6-0F738F266F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60717" y="1175655"/>
                <a:ext cx="0" cy="432000"/>
              </a:xfrm>
              <a:prstGeom prst="straightConnector1">
                <a:avLst/>
              </a:prstGeom>
              <a:grpFill/>
              <a:ln w="28575">
                <a:solidFill>
                  <a:schemeClr val="tx1">
                    <a:alpha val="20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AB98782-90B1-524D-9F13-EA06A105EC4A}"/>
                </a:ext>
              </a:extLst>
            </p:cNvPr>
            <p:cNvGrpSpPr/>
            <p:nvPr/>
          </p:nvGrpSpPr>
          <p:grpSpPr>
            <a:xfrm>
              <a:off x="6428159" y="1053613"/>
              <a:ext cx="213756" cy="432000"/>
              <a:chOff x="3253839" y="1175655"/>
              <a:chExt cx="213756" cy="432000"/>
            </a:xfrm>
            <a:grpFill/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8355D9B6-7577-7B43-9F9E-B7CFF141DC63}"/>
                  </a:ext>
                </a:extLst>
              </p:cNvPr>
              <p:cNvSpPr/>
              <p:nvPr/>
            </p:nvSpPr>
            <p:spPr>
              <a:xfrm>
                <a:off x="3253839" y="1300947"/>
                <a:ext cx="213756" cy="213756"/>
              </a:xfrm>
              <a:prstGeom prst="ellipse">
                <a:avLst/>
              </a:prstGeom>
              <a:grpFill/>
              <a:ln>
                <a:solidFill>
                  <a:schemeClr val="tx1">
                    <a:alpha val="20000"/>
                  </a:schemeClr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E9DCE2A0-AA43-EB41-9630-E885BC49B9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60717" y="1175655"/>
                <a:ext cx="0" cy="432000"/>
              </a:xfrm>
              <a:prstGeom prst="straightConnector1">
                <a:avLst/>
              </a:prstGeom>
              <a:grpFill/>
              <a:ln w="28575">
                <a:solidFill>
                  <a:schemeClr val="tx1">
                    <a:alpha val="2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A33C9DC-E8A5-5040-A810-A569850F9BC1}"/>
                </a:ext>
              </a:extLst>
            </p:cNvPr>
            <p:cNvGrpSpPr/>
            <p:nvPr/>
          </p:nvGrpSpPr>
          <p:grpSpPr>
            <a:xfrm>
              <a:off x="7148158" y="1053613"/>
              <a:ext cx="213756" cy="432000"/>
              <a:chOff x="3253839" y="1175655"/>
              <a:chExt cx="213756" cy="432000"/>
            </a:xfrm>
            <a:grpFill/>
          </p:grpSpPr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549745F6-55DD-D84F-BCC7-C3AB2F63246D}"/>
                  </a:ext>
                </a:extLst>
              </p:cNvPr>
              <p:cNvSpPr/>
              <p:nvPr/>
            </p:nvSpPr>
            <p:spPr>
              <a:xfrm>
                <a:off x="3253839" y="1300947"/>
                <a:ext cx="213756" cy="213756"/>
              </a:xfrm>
              <a:prstGeom prst="ellipse">
                <a:avLst/>
              </a:prstGeom>
              <a:grpFill/>
              <a:ln>
                <a:solidFill>
                  <a:schemeClr val="tx1">
                    <a:alpha val="20000"/>
                  </a:schemeClr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6F515444-3C02-D84A-A1D0-BDC85A253A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60717" y="1175655"/>
                <a:ext cx="0" cy="432000"/>
              </a:xfrm>
              <a:prstGeom prst="straightConnector1">
                <a:avLst/>
              </a:prstGeom>
              <a:grpFill/>
              <a:ln w="28575">
                <a:solidFill>
                  <a:schemeClr val="tx1">
                    <a:alpha val="2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22F13BA-B5C5-2448-B1F8-4131431DFC2A}"/>
              </a:ext>
            </a:extLst>
          </p:cNvPr>
          <p:cNvGrpSpPr/>
          <p:nvPr/>
        </p:nvGrpSpPr>
        <p:grpSpPr>
          <a:xfrm>
            <a:off x="3925916" y="3397883"/>
            <a:ext cx="3032398" cy="504000"/>
            <a:chOff x="3938837" y="3950661"/>
            <a:chExt cx="3032398" cy="50400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C2E10A46-9C8B-EF4C-9AFE-1D4B7FA05218}"/>
                </a:ext>
              </a:extLst>
            </p:cNvPr>
            <p:cNvSpPr/>
            <p:nvPr/>
          </p:nvSpPr>
          <p:spPr>
            <a:xfrm>
              <a:off x="3938837" y="4137412"/>
              <a:ext cx="152400" cy="1524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CC92858-E3C1-7F4B-A86F-BCCADE21B704}"/>
                </a:ext>
              </a:extLst>
            </p:cNvPr>
            <p:cNvSpPr/>
            <p:nvPr/>
          </p:nvSpPr>
          <p:spPr>
            <a:xfrm>
              <a:off x="4658400" y="4137412"/>
              <a:ext cx="152400" cy="1524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398E3359-4A6C-414A-BD88-B3E97C244019}"/>
                </a:ext>
              </a:extLst>
            </p:cNvPr>
            <p:cNvSpPr/>
            <p:nvPr/>
          </p:nvSpPr>
          <p:spPr>
            <a:xfrm>
              <a:off x="5378837" y="4137412"/>
              <a:ext cx="152400" cy="1524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44CEA30-389B-F649-B89B-BA02D8AA3BCF}"/>
                </a:ext>
              </a:extLst>
            </p:cNvPr>
            <p:cNvSpPr/>
            <p:nvPr/>
          </p:nvSpPr>
          <p:spPr>
            <a:xfrm>
              <a:off x="6098837" y="4136400"/>
              <a:ext cx="152400" cy="1524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78BEC21C-D070-E64A-912C-1CD02EEAA96F}"/>
                </a:ext>
              </a:extLst>
            </p:cNvPr>
            <p:cNvSpPr/>
            <p:nvPr/>
          </p:nvSpPr>
          <p:spPr>
            <a:xfrm>
              <a:off x="6818835" y="4137412"/>
              <a:ext cx="152400" cy="1524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7458013-ABA1-484E-B8B1-65D73E2A04DB}"/>
                </a:ext>
              </a:extLst>
            </p:cNvPr>
            <p:cNvCxnSpPr/>
            <p:nvPr/>
          </p:nvCxnSpPr>
          <p:spPr>
            <a:xfrm>
              <a:off x="4734600" y="3950661"/>
              <a:ext cx="0" cy="504000"/>
            </a:xfrm>
            <a:prstGeom prst="line">
              <a:avLst/>
            </a:prstGeom>
            <a:ln w="381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C7C321B-74DE-A042-AF05-AEAE7F58F711}"/>
                </a:ext>
              </a:extLst>
            </p:cNvPr>
            <p:cNvCxnSpPr/>
            <p:nvPr/>
          </p:nvCxnSpPr>
          <p:spPr>
            <a:xfrm>
              <a:off x="6175037" y="3950661"/>
              <a:ext cx="0" cy="504000"/>
            </a:xfrm>
            <a:prstGeom prst="line">
              <a:avLst/>
            </a:prstGeom>
            <a:ln w="381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DA54A79-42D5-D248-AB84-F5437103A41B}"/>
              </a:ext>
            </a:extLst>
          </p:cNvPr>
          <p:cNvCxnSpPr/>
          <p:nvPr/>
        </p:nvCxnSpPr>
        <p:spPr>
          <a:xfrm>
            <a:off x="3314931" y="2063295"/>
            <a:ext cx="4320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7049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st">
      <a:majorFont>
        <a:latin typeface="SF Pro Display"/>
        <a:ea typeface="PingFang SC"/>
        <a:cs typeface=""/>
      </a:majorFont>
      <a:minorFont>
        <a:latin typeface="SF Pro Display"/>
        <a:ea typeface="PingFang SC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313</TotalTime>
  <Words>44</Words>
  <Application>Microsoft Macintosh PowerPoint</Application>
  <PresentationFormat>On-screen Show (4:3)</PresentationFormat>
  <Paragraphs>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Cambria Math</vt:lpstr>
      <vt:lpstr>SF Pro Display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YUE, Zhengyuan</dc:creator>
  <cp:lastModifiedBy>YUE, Zhengyuan</cp:lastModifiedBy>
  <cp:revision>9</cp:revision>
  <dcterms:created xsi:type="dcterms:W3CDTF">2021-03-04T08:10:25Z</dcterms:created>
  <dcterms:modified xsi:type="dcterms:W3CDTF">2021-07-22T01:28:27Z</dcterms:modified>
</cp:coreProperties>
</file>